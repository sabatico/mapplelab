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Orchard UI —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475488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BED4"/>
                </a:solidFill>
              </a:rPr>
              <a:t>Internal modules, data stores, and protocol-level communication channels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331720" y="932688"/>
            <a:ext cx="5120640" cy="5230368"/>
          </a:xfrm>
          <a:prstGeom prst="rect">
            <a:avLst/>
          </a:prstGeom>
          <a:solidFill>
            <a:srgbClr val="1E2840"/>
          </a:solidFill>
          <a:ln w="1905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31720" y="932688"/>
            <a:ext cx="5120640" cy="292608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192B"/>
                </a:solidFill>
              </a:rPr>
              <a:t>MANAGER NODE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96312" y="1371600"/>
            <a:ext cx="1508760" cy="548640"/>
          </a:xfrm>
          <a:prstGeom prst="roundRect">
            <a:avLst/>
          </a:prstGeom>
          <a:solidFill>
            <a:srgbClr val="8A56C9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Auth &amp; 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371600"/>
            <a:ext cx="1508760" cy="548640"/>
          </a:xfrm>
          <a:prstGeom prst="roundRect">
            <a:avLst/>
          </a:prstGeom>
          <a:solidFill>
            <a:srgbClr val="2D7DD2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VM Lifecycle
Orchestrator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33288" y="1371600"/>
            <a:ext cx="1508760" cy="548640"/>
          </a:xfrm>
          <a:prstGeom prst="roundRect">
            <a:avLst/>
          </a:prstGeom>
          <a:solidFill>
            <a:srgbClr val="FFB70E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Admin Module
User &amp; Node Mgmt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6312" y="2029968"/>
            <a:ext cx="1508760" cy="548640"/>
          </a:xfrm>
          <a:prstGeom prst="roundRect">
            <a:avLst/>
          </a:prstGeom>
          <a:solidFill>
            <a:srgbClr val="2D7DD2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API Layer
HTMX / REST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2029968"/>
            <a:ext cx="1508760" cy="548640"/>
          </a:xfrm>
          <a:prstGeom prst="roundRect">
            <a:avLst/>
          </a:prstGeom>
          <a:solidFill>
            <a:srgbClr val="0DAFA1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Node Scheduler
&amp; Health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33288" y="2029968"/>
            <a:ext cx="1508760" cy="548640"/>
          </a:xfrm>
          <a:prstGeom prst="roundRect">
            <a:avLst/>
          </a:prstGeom>
          <a:solidFill>
            <a:srgbClr val="06D68A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Registry
Inventory &amp; Cleanup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96312" y="2688336"/>
            <a:ext cx="1508760" cy="548640"/>
          </a:xfrm>
          <a:prstGeom prst="roundRect">
            <a:avLst/>
          </a:prstGeom>
          <a:solidFill>
            <a:srgbClr val="EF476F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Console
WebSocket Bridge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2688336"/>
            <a:ext cx="1508760" cy="548640"/>
          </a:xfrm>
          <a:prstGeom prst="roundRect">
            <a:avLst/>
          </a:prstGeom>
          <a:solidFill>
            <a:srgbClr val="EF476F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SSH Tunnel
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581558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B0BED4"/>
                </a:solidFill>
              </a:rPr>
              <a:t>Flask / Gunicorn  ·  Python 3.10+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99248" y="1298448"/>
            <a:ext cx="1920240" cy="822960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📊 Portal Database
SQLite / PostgreSQL
(Users · VMs · Nodes · Settings)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9248" y="2331720"/>
            <a:ext cx="1920240" cy="960120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06D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🗄 Docker Registry
OCI-compatible
VM Image Archive
(tart push / pull)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99248" y="3493008"/>
            <a:ext cx="1920240" cy="658368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📝 Application Logs
File-based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" y="1298448"/>
            <a:ext cx="1920240" cy="658368"/>
          </a:xfrm>
          <a:prstGeom prst="roundRect">
            <a:avLst/>
          </a:prstGeom>
          <a:solidFill>
            <a:srgbClr val="8A56C9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900" b="0">
                <a:solidFill>
                  <a:srgbClr val="FFFFFF"/>
                </a:solidFill>
              </a:rPr>
              <a:t>👤 User Browsers
(any device)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" y="2139696"/>
            <a:ext cx="1920240" cy="658368"/>
          </a:xfrm>
          <a:prstGeom prst="roundRect">
            <a:avLst/>
          </a:prstGeom>
          <a:solidFill>
            <a:srgbClr val="FFB70E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900" b="0">
                <a:solidFill>
                  <a:srgbClr val="FFFFFF"/>
                </a:solidFill>
              </a:rPr>
              <a:t>🔑 Admin Browsers
(full access)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" y="2980944"/>
            <a:ext cx="1920240" cy="713232"/>
          </a:xfrm>
          <a:prstGeom prst="roundRect">
            <a:avLst/>
          </a:prstGeom>
          <a:solidFill>
            <a:srgbClr val="2D7DD2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🔒 TLS Reverse Proxy
Caddy / nginx
(terminates TLS)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4572000"/>
            <a:ext cx="5120640" cy="2066543"/>
          </a:xfrm>
          <a:prstGeom prst="rect">
            <a:avLst/>
          </a:prstGeom>
          <a:solidFill>
            <a:srgbClr val="1E2840"/>
          </a:solidFill>
          <a:ln w="19050">
            <a:solidFill>
              <a:srgbClr val="0DA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31720" y="4572000"/>
            <a:ext cx="5120640" cy="292608"/>
          </a:xfrm>
          <a:prstGeom prst="rect">
            <a:avLst/>
          </a:prstGeom>
          <a:solidFill>
            <a:srgbClr val="0DA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2192B"/>
                </a:solidFill>
              </a:rPr>
              <a:t>CLIENT NODE FLEET (×N)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32888" y="4974336"/>
            <a:ext cx="868680" cy="658368"/>
          </a:xfrm>
          <a:prstGeom prst="roundRect">
            <a:avLst/>
          </a:prstGeom>
          <a:solidFill>
            <a:srgbClr val="0DAFA1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TART Agent
(HTTP :7000)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57016" y="4974336"/>
            <a:ext cx="868680" cy="658368"/>
          </a:xfrm>
          <a:prstGeom prst="roundRect">
            <a:avLst/>
          </a:prstGeom>
          <a:solidFill>
            <a:srgbClr val="0DAFA1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TART Runtime
(tart CLI)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81144" y="4974336"/>
            <a:ext cx="868680" cy="658368"/>
          </a:xfrm>
          <a:prstGeom prst="roundRect">
            <a:avLst/>
          </a:prstGeom>
          <a:solidFill>
            <a:srgbClr val="1E2840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Local VM Storage
(node disk)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05272" y="4974336"/>
            <a:ext cx="868680" cy="658368"/>
          </a:xfrm>
          <a:prstGeom prst="roundRect">
            <a:avLst/>
          </a:prstGeom>
          <a:solidFill>
            <a:srgbClr val="EF476F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websockify
VNC Bridge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9400" y="4974336"/>
            <a:ext cx="868680" cy="658368"/>
          </a:xfrm>
          <a:prstGeom prst="roundRect">
            <a:avLst/>
          </a:prstGeom>
          <a:solidFill>
            <a:srgbClr val="EF476F"/>
          </a:solidFill>
          <a:ln w="12700">
            <a:solidFill>
              <a:srgbClr val="2E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 lIns="76200" rIns="76200"/>
          <a:lstStyle/>
          <a:p>
            <a:pPr algn="ctr"/>
            <a:r>
              <a:rPr sz="800" b="0">
                <a:solidFill>
                  <a:srgbClr val="FFFFFF"/>
                </a:solidFill>
              </a:rPr>
              <a:t>VM VNC
(:5900)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084831" y="1627632"/>
            <a:ext cx="246889" cy="0"/>
          </a:xfrm>
          <a:prstGeom prst="line">
            <a:avLst/>
          </a:prstGeom>
          <a:ln w="22860">
            <a:solidFill>
              <a:srgbClr val="8A56C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568195" y="152704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BCEFA"/>
                </a:solidFill>
              </a:rPr>
              <a:t>HTTPS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084831" y="2468880"/>
            <a:ext cx="246889" cy="0"/>
          </a:xfrm>
          <a:prstGeom prst="line">
            <a:avLst/>
          </a:prstGeom>
          <a:ln w="22860">
            <a:solidFill>
              <a:srgbClr val="FFB70E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568195" y="2368296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BCEFA"/>
                </a:solidFill>
              </a:rPr>
              <a:t>HTTPS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84831" y="3273552"/>
            <a:ext cx="246889" cy="0"/>
          </a:xfrm>
          <a:prstGeom prst="line">
            <a:avLst/>
          </a:prstGeom>
          <a:ln w="22860">
            <a:solidFill>
              <a:srgbClr val="2D7DD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568195" y="317296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BCEFA"/>
                </a:solidFill>
              </a:rPr>
              <a:t>HTTP upstream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24712" y="1627632"/>
            <a:ext cx="0" cy="4663440"/>
          </a:xfrm>
          <a:prstGeom prst="line">
            <a:avLst/>
          </a:prstGeom>
          <a:ln w="19050">
            <a:solidFill>
              <a:srgbClr val="EF476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64592" y="3822191"/>
            <a:ext cx="8412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F476F"/>
                </a:solidFill>
              </a:rPr>
              <a:t>WSS
/console/ws
(VNC)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452360" y="1719072"/>
            <a:ext cx="246888" cy="0"/>
          </a:xfrm>
          <a:prstGeom prst="line">
            <a:avLst/>
          </a:prstGeom>
          <a:ln w="19050">
            <a:solidFill>
              <a:srgbClr val="2D7DD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935724" y="161848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BCEFA"/>
                </a:solidFill>
              </a:rPr>
              <a:t>SQL ORM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52360" y="2651760"/>
            <a:ext cx="246888" cy="0"/>
          </a:xfrm>
          <a:prstGeom prst="line">
            <a:avLst/>
          </a:prstGeom>
          <a:ln w="19050">
            <a:solidFill>
              <a:srgbClr val="06D68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935724" y="2551176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BCEFA"/>
                </a:solidFill>
              </a:rPr>
              <a:t>Docker API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257800" y="6163056"/>
            <a:ext cx="0" cy="475488"/>
          </a:xfrm>
          <a:prstGeom prst="line">
            <a:avLst/>
          </a:prstGeom>
          <a:ln w="22860">
            <a:solidFill>
              <a:srgbClr val="2D7DD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617720" y="6300216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BCEFA"/>
                </a:solidFill>
              </a:rPr>
              <a:t>HTTPS Agent Token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742432" y="6163056"/>
            <a:ext cx="1371600" cy="356616"/>
          </a:xfrm>
          <a:prstGeom prst="line">
            <a:avLst/>
          </a:prstGeom>
          <a:ln w="19050">
            <a:solidFill>
              <a:srgbClr val="EF476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788152" y="6240780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BCEFA"/>
                </a:solidFill>
              </a:rPr>
              <a:t>WS / SSH Tunnel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7479792" y="2816352"/>
            <a:ext cx="219456" cy="3703320"/>
          </a:xfrm>
          <a:prstGeom prst="line">
            <a:avLst/>
          </a:prstGeom>
          <a:ln w="19050">
            <a:solidFill>
              <a:srgbClr val="06D68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949440" y="4567428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5BCEFA"/>
                </a:solidFill>
              </a:rPr>
              <a:t>tart push/pull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64592" y="6428232"/>
            <a:ext cx="201168" cy="109728"/>
          </a:xfrm>
          <a:prstGeom prst="rect">
            <a:avLst/>
          </a:prstGeom>
          <a:solidFill>
            <a:srgbClr val="8A5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" y="640994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0BED4"/>
                </a:solidFill>
              </a:rPr>
              <a:t>HTTPS — browser access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468880" y="6428232"/>
            <a:ext cx="201168" cy="109728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24912" y="640994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0BED4"/>
                </a:solidFill>
              </a:rPr>
              <a:t>HTTPS — management API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773168" y="6428232"/>
            <a:ext cx="201168" cy="109728"/>
          </a:xfrm>
          <a:prstGeom prst="rect">
            <a:avLst/>
          </a:prstGeom>
          <a:solidFill>
            <a:srgbClr val="EF47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0" y="640994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0BED4"/>
                </a:solidFill>
              </a:rPr>
              <a:t>WSS / SSH tunnel — VNC console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077456" y="6428232"/>
            <a:ext cx="201168" cy="109728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33488" y="640994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0BED4"/>
                </a:solidFill>
              </a:rPr>
              <a:t>OCI registry — VM artefacts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81744" y="6428232"/>
            <a:ext cx="201168" cy="109728"/>
          </a:xfrm>
          <a:prstGeom prst="rect">
            <a:avLst/>
          </a:prstGeom>
          <a:solidFill>
            <a:srgbClr val="5BCE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37776" y="640994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B0BED4"/>
                </a:solidFill>
              </a:rPr>
              <a:t>SQL ORM — portal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