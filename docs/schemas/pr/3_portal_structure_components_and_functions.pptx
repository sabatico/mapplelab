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Orchard UI — Portal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D4"/>
                </a:solidFill>
              </a:rPr>
              <a:t>Component hierarchy, user-facing features, and admin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1476" y="914400"/>
            <a:ext cx="2286000" cy="512064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🌐  Orchard UI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4316" y="1691640"/>
            <a:ext cx="2560320" cy="475488"/>
          </a:xfrm>
          <a:prstGeom prst="roundRect">
            <a:avLst/>
          </a:prstGeom>
          <a:solidFill>
            <a:srgbClr val="8A56C9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🔒  Auth  ·  Login  ·  Invite Password Setup  ·  Session Guard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" y="1426464"/>
            <a:ext cx="0" cy="265176"/>
          </a:xfrm>
          <a:prstGeom prst="line">
            <a:avLst/>
          </a:prstGeom>
          <a:ln w="2286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2377440"/>
            <a:ext cx="11247120" cy="0"/>
          </a:xfrm>
          <a:prstGeom prst="line">
            <a:avLst/>
          </a:prstGeom>
          <a:ln w="10160">
            <a:solidFill>
              <a:srgbClr val="2E3D6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" y="2432304"/>
            <a:ext cx="4206240" cy="347472"/>
          </a:xfrm>
          <a:prstGeom prst="roundRect">
            <a:avLst/>
          </a:prstGeom>
          <a:solidFill>
            <a:srgbClr val="8A56C9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 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32304"/>
            <a:ext cx="5212080" cy="347472"/>
          </a:xfrm>
          <a:prstGeom prst="roundRect">
            <a:avLst/>
          </a:prstGeom>
          <a:solidFill>
            <a:srgbClr val="FFB70E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2944368"/>
            <a:ext cx="1444752" cy="402336"/>
          </a:xfrm>
          <a:prstGeom prst="roundRect">
            <a:avLst/>
          </a:prstGeom>
          <a:solidFill>
            <a:srgbClr val="8A56C9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📋  My VMs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8A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VM Status Badges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8A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Auto-Refresh Polling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8A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Quota Usage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8A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VM Row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2944368"/>
            <a:ext cx="1444752" cy="402336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⚙️  VM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Create VM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Start / Stop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Save &amp; Archive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Resume from Archive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83080" y="4864608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Migrate Between Nodes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522122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Delete VM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944368"/>
            <a:ext cx="1444752" cy="402336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🖥  VNC Console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In-Browser noVNC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Bandwidth/Render Profiles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Same-Origin WSS Bridge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SSH Tunnel Mode (WAN)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2944368"/>
            <a:ext cx="1444752" cy="402336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📊  VM Detail &amp;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Live Operation Stage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Transfer Progress 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Raw TART Output 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Cleanup Status Badge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944368"/>
            <a:ext cx="1444752" cy="402336"/>
          </a:xfrm>
          <a:prstGeom prst="roundRect">
            <a:avLst/>
          </a:prstGeom>
          <a:solidFill>
            <a:srgbClr val="FFB70E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👤  User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FB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Create Users (Invite)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FB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Set Role: Admin/User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FB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Quota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FB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Resend Invites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864608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FFB7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Delete Users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2944368"/>
            <a:ext cx="1444752" cy="402336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🖧  Node Management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Add/Remove Nodes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Node Health 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8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Activate / Deactivate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Deactivation Drain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2944368"/>
            <a:ext cx="1444752" cy="402336"/>
          </a:xfrm>
          <a:prstGeom prst="roundRect">
            <a:avLst/>
          </a:prstGeom>
          <a:solidFill>
            <a:srgbClr val="06D68A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🗄  Registry Storage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Storage Usage Bar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Trackable Artefacts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6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Orphan Detection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Delete Orphans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4864608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Retry Cleanup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064240" y="2944368"/>
            <a:ext cx="1444752" cy="402336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🔧  Platform Settings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064240" y="3438144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SMTP Configuration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64240" y="3794760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Send Test Email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064240" y="4151376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Ops Dashboard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4507992"/>
            <a:ext cx="1444752" cy="30175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Cross-user VM Actions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200400" y="2167128"/>
            <a:ext cx="0" cy="265176"/>
          </a:xfrm>
          <a:prstGeom prst="line">
            <a:avLst/>
          </a:prstGeom>
          <a:ln w="19050">
            <a:solidFill>
              <a:srgbClr val="8A56C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961120" y="2167128"/>
            <a:ext cx="0" cy="265176"/>
          </a:xfrm>
          <a:prstGeom prst="line">
            <a:avLst/>
          </a:prstGeom>
          <a:ln w="19050">
            <a:solidFill>
              <a:srgbClr val="FFB70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