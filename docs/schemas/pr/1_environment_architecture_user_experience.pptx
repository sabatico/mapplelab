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Orchard UI — Environment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D4"/>
                </a:solidFill>
              </a:rPr>
              <a:t>End-to-end user journey from web browser to virtual machines and archived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14400"/>
            <a:ext cx="2331720" cy="5303520"/>
          </a:xfrm>
          <a:prstGeom prst="rect">
            <a:avLst/>
          </a:prstGeom>
          <a:solidFill>
            <a:srgbClr val="1E2840"/>
          </a:solidFill>
          <a:ln w="1524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914400"/>
            <a:ext cx="2331720" cy="292608"/>
          </a:xfrm>
          <a:prstGeom prst="rect">
            <a:avLst/>
          </a:prstGeom>
          <a:solidFill>
            <a:srgbClr val="8A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33472" y="914400"/>
            <a:ext cx="1874519" cy="5303520"/>
          </a:xfrm>
          <a:prstGeom prst="rect">
            <a:avLst/>
          </a:prstGeom>
          <a:solidFill>
            <a:srgbClr val="1E2840"/>
          </a:solidFill>
          <a:ln w="1524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33472" y="914400"/>
            <a:ext cx="1874519" cy="292608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Manager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5152" y="914400"/>
            <a:ext cx="3703320" cy="5303520"/>
          </a:xfrm>
          <a:prstGeom prst="rect">
            <a:avLst/>
          </a:prstGeom>
          <a:solidFill>
            <a:srgbClr val="1E2840"/>
          </a:solidFill>
          <a:ln w="1524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45152" y="914400"/>
            <a:ext cx="3703320" cy="292608"/>
          </a:xfrm>
          <a:prstGeom prst="rect">
            <a:avLst/>
          </a:prstGeom>
          <a:solidFill>
            <a:srgbClr val="0D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Node Fleet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85632" y="914400"/>
            <a:ext cx="2148840" cy="5303520"/>
          </a:xfrm>
          <a:prstGeom prst="rect">
            <a:avLst/>
          </a:prstGeom>
          <a:solidFill>
            <a:srgbClr val="1E2840"/>
          </a:solidFill>
          <a:ln w="1524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85632" y="914400"/>
            <a:ext cx="2148840" cy="29260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Archive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1389888"/>
            <a:ext cx="2011680" cy="566928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👤  End Users
Browser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2212848"/>
            <a:ext cx="2011680" cy="566928"/>
          </a:xfrm>
          <a:prstGeom prst="roundRect">
            <a:avLst/>
          </a:prstGeom>
          <a:solidFill>
            <a:srgbClr val="FFB70E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000" b="0">
                <a:solidFill>
                  <a:srgbClr val="FFFFFF"/>
                </a:solidFill>
              </a:rPr>
              <a:t>🔑  Admin Users
Full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3931920"/>
            <a:ext cx="2011680" cy="128016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8A5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Web Portal
(any browser,
any device)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1389888"/>
            <a:ext cx="1691640" cy="566928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🌐  Orchard UI Portal
Flask + Gunicorn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2212848"/>
            <a:ext cx="1691640" cy="566928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🔒  TLS Reverse Proxy
Caddy / nginx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24912" y="3063240"/>
            <a:ext cx="1691640" cy="566928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📊  Portal Database
SQLite / 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3904487"/>
            <a:ext cx="1691640" cy="566928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📡  Node Scheduler
&amp; Health Monitor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24912" y="4754880"/>
            <a:ext cx="1691640" cy="56692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🖥  VNC Bridge
WebSocket Relay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73168" y="1389888"/>
            <a:ext cx="3483864" cy="1024128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1426464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2192B"/>
                </a:solidFill>
              </a:rPr>
              <a:t>Node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1664208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▶ Running
   VMs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25896" y="1664208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⏸ Stopped
   VMs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1664208"/>
            <a:ext cx="1051560" cy="621792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🖥 VNC
  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73168" y="2596896"/>
            <a:ext cx="3483864" cy="1024128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633472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2192B"/>
                </a:solidFill>
              </a:rPr>
              <a:t>Node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2871216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▶ Running
   VMs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25896" y="2871216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⏸ Stopped
   VMs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2871216"/>
            <a:ext cx="1051560" cy="621792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🖥 VNC
   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73168" y="3822191"/>
            <a:ext cx="3483864" cy="1024128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858767"/>
            <a:ext cx="3483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2192B"/>
                </a:solidFill>
              </a:rPr>
              <a:t>Node 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28032" y="4096511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▶ Running
   VMs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25896" y="4096511"/>
            <a:ext cx="1051560" cy="621792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⏸ Stopped
   VMs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096511"/>
            <a:ext cx="1051560" cy="621792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🖥 VNC
   Server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3168" y="4956048"/>
            <a:ext cx="3483864" cy="64008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Local TART VM Storage (per node disk)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77072" y="1389888"/>
            <a:ext cx="1920240" cy="914400"/>
          </a:xfrm>
          <a:prstGeom prst="roundRect">
            <a:avLst/>
          </a:prstGeom>
          <a:solidFill>
            <a:srgbClr val="06D68A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🗄  Docker Registry
VM Image Archive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7072" y="2542032"/>
            <a:ext cx="1920240" cy="6858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Archived VMs
(save &amp; resume)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77072" y="3410712"/>
            <a:ext cx="1920240" cy="6858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Migration Staging
(push → pull)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77072" y="4279392"/>
            <a:ext cx="1920240" cy="68580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Per-user Quota
Disk Accounting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77072" y="5148072"/>
            <a:ext cx="1920240" cy="566928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OCI-compatible
tart push / pull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67712" y="1673352"/>
            <a:ext cx="457200" cy="0"/>
          </a:xfrm>
          <a:prstGeom prst="line">
            <a:avLst/>
          </a:prstGeom>
          <a:ln w="22860">
            <a:solidFill>
              <a:srgbClr val="8A56C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856232" y="15727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67712" y="2496312"/>
            <a:ext cx="457200" cy="0"/>
          </a:xfrm>
          <a:prstGeom prst="line">
            <a:avLst/>
          </a:prstGeom>
          <a:ln w="22860">
            <a:solidFill>
              <a:srgbClr val="FFB70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56232" y="239572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416552" y="1673352"/>
            <a:ext cx="356616" cy="0"/>
          </a:xfrm>
          <a:prstGeom prst="line">
            <a:avLst/>
          </a:prstGeom>
          <a:ln w="2286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54780" y="15727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 API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16552" y="2496312"/>
            <a:ext cx="356616" cy="320040"/>
          </a:xfrm>
          <a:prstGeom prst="line">
            <a:avLst/>
          </a:prstGeom>
          <a:ln w="1905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16552" y="3346704"/>
            <a:ext cx="356616" cy="694944"/>
          </a:xfrm>
          <a:prstGeom prst="line">
            <a:avLst/>
          </a:prstGeom>
          <a:ln w="1905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065008" y="1847088"/>
            <a:ext cx="512064" cy="54864"/>
          </a:xfrm>
          <a:prstGeom prst="line">
            <a:avLst/>
          </a:prstGeom>
          <a:ln w="22860">
            <a:solidFill>
              <a:srgbClr val="06D68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680960" y="17739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tart push/pull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8065008" y="2889504"/>
            <a:ext cx="512064" cy="219456"/>
          </a:xfrm>
          <a:prstGeom prst="line">
            <a:avLst/>
          </a:prstGeom>
          <a:ln w="19050">
            <a:solidFill>
              <a:srgbClr val="06D68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065008" y="3931920"/>
            <a:ext cx="512064" cy="402336"/>
          </a:xfrm>
          <a:prstGeom prst="line">
            <a:avLst/>
          </a:prstGeom>
          <a:ln w="19050">
            <a:solidFill>
              <a:srgbClr val="06D68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267712" y="4206240"/>
            <a:ext cx="457200" cy="832104"/>
          </a:xfrm>
          <a:prstGeom prst="line">
            <a:avLst/>
          </a:prstGeom>
          <a:ln w="22860">
            <a:solidFill>
              <a:srgbClr val="EF47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856232" y="452170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WSS VNC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4416552" y="3200400"/>
            <a:ext cx="3063240" cy="1837944"/>
          </a:xfrm>
          <a:prstGeom prst="line">
            <a:avLst/>
          </a:prstGeom>
          <a:ln w="19050">
            <a:solidFill>
              <a:srgbClr val="EF47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08092" y="40187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WS/SSH Tunnel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" y="59710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0BED4"/>
                </a:solidFill>
              </a:rPr>
              <a:t>Legend: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6172200"/>
            <a:ext cx="228600" cy="128016"/>
          </a:xfrm>
          <a:prstGeom prst="rect">
            <a:avLst/>
          </a:prstGeom>
          <a:solidFill>
            <a:srgbClr val="8A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61539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0BED4"/>
                </a:solidFill>
              </a:rPr>
              <a:t>User access (HTTPS)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90672" y="6172200"/>
            <a:ext cx="228600" cy="12801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64992" y="61539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0BED4"/>
                </a:solidFill>
              </a:rPr>
              <a:t>Management API (HTTPS)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25312" y="6172200"/>
            <a:ext cx="228600" cy="128016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99632" y="61539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0BED4"/>
                </a:solidFill>
              </a:rPr>
              <a:t>VM artefacts (tart push/pull)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59952" y="6172200"/>
            <a:ext cx="228600" cy="12801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34272" y="615391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0BED4"/>
                </a:solidFill>
              </a:rPr>
              <a:t>VNC console (WSS / SSH Tunnel)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